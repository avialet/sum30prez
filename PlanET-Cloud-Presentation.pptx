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qu'il n'y a pas besoin d'être un expert technique pour se lancer. L'innovation est ouverte à tous dans l'équipe. Le Cloud est un outil accessible, pas réservé aux développeurs.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moment de mettre Tom en valeur pour donner envie aux autres de faire pareil. Raconter comment Tom a eu une idée, comment il a pu la prototyper rapidement grâce à la plateforme, et montrer le résultat concret.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rentrer dans le jargon technique de l'infrastructure. Montrer juste le flux logique : Test → Dépôt → Déploiement sécurisé pour les rassurer. Enchaîner rapidement sur le sujet suivant de la réunion.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PLATEFORME PLANET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Cloud, votre nouveau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super-pouvoir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1371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L'innovation n'est plus réservée aux développeurs.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23060" y="3063240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1775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Accès ouvert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toute l'équipe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88036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3063240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1775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 simplifiée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vos Proof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facilement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88036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18020" y="3063240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1775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Autonomie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et prototypez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idées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RETOUR D'EXPÉRIENCE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l'idée à la réalité : Le cas Tom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64008" cy="9601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345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Idée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1762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pensé et déployé rapidement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80160" y="2697480"/>
            <a:ext cx="0" cy="137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31520" y="283464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834640"/>
            <a:ext cx="64008" cy="9601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318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Co-construction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3273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collaboration efficace entre métier et tech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280160" y="3794760"/>
            <a:ext cx="0" cy="137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731520" y="39319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931920"/>
            <a:ext cx="64008" cy="9601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291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91640" y="43708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que la plateforme est prête pour vous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 le capot : L'infrastructure PlanET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194560" cy="2286000"/>
          </a:xfrm>
          <a:prstGeom prst="rect">
            <a:avLst/>
          </a:prstGeom>
          <a:solidFill>
            <a:srgbClr val="0E4D6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1945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1259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 à chacun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65176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1645920"/>
            <a:ext cx="2194560" cy="2286000"/>
          </a:xfrm>
          <a:prstGeom prst="rect">
            <a:avLst/>
          </a:prstGeom>
          <a:solidFill>
            <a:srgbClr val="0E4D6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0" y="1645920"/>
            <a:ext cx="21945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1"/>
          <p:cNvSpPr/>
          <p:nvPr/>
        </p:nvSpPr>
        <p:spPr>
          <a:xfrm>
            <a:off x="4251960" y="19659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Sauvegarder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61188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centralisé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vos projets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651760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7920" y="1645920"/>
            <a:ext cx="2194560" cy="2286000"/>
          </a:xfrm>
          <a:prstGeom prst="rect">
            <a:avLst/>
          </a:prstGeom>
          <a:solidFill>
            <a:srgbClr val="0E4D6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7920" y="1645920"/>
            <a:ext cx="21945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Shape 17"/>
          <p:cNvSpPr/>
          <p:nvPr/>
        </p:nvSpPr>
        <p:spPr>
          <a:xfrm>
            <a:off x="6995160" y="19659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21259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9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2179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Déployer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35508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sécurisés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72744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2336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la réunion...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Cloud - PlanET</dc:title>
  <dc:subject>PptxGenJS Presentation</dc:subject>
  <dc:creator>Aurélien Vialet</dc:creator>
  <cp:lastModifiedBy>Aurélien Vialet</cp:lastModifiedBy>
  <cp:revision>1</cp:revision>
  <dcterms:created xsi:type="dcterms:W3CDTF">2026-03-26T10:58:02Z</dcterms:created>
  <dcterms:modified xsi:type="dcterms:W3CDTF">2026-03-26T10:58:02Z</dcterms:modified>
</cp:coreProperties>
</file>